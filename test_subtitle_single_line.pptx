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Cherry Studio安装指南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这样你的cherry studio就已经安装完成了，下一节我们将讲解如何快速做cherry studio中配置和调用api中转站的模型。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